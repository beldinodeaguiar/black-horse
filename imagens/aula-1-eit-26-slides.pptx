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35F91E7-565F-4C73-9BF6-7DDB3F85E7A4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13-Mar-26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1421" y="2116069"/>
            <a:ext cx="8791575" cy="77799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Bem-vindo a Física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E.I.T-26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766" y="593766"/>
            <a:ext cx="1567543" cy="116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90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39005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UNIDADE I: Física como Ciência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113183"/>
            <a:ext cx="9905999" cy="533511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pt-BR" dirty="0"/>
          </a:p>
          <a:p>
            <a:pPr marL="0" indent="0" algn="ctr">
              <a:buNone/>
            </a:pP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1.0 Introdução a Física 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5100" dirty="0"/>
              <a:t>O estudo da física é importante porque essa ciência é uma das mais fundamentais. Cientistas de todas as disciplinas usam os conceitos da Física, desde os químicos, que estudam a estrutura das moléculas, os climatologistas, que analisam como as actividades humanas afetam a atmosfera, etc.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5100" dirty="0"/>
              <a:t>A Física é também a base de toda engenharia e tecnologia. Nenhum engenheiro pode projetar uma tela plana de um computador, um guindaste para operar em grandes obras em edifícios de arranha-céu, sem antes entender os princípios básicos da Física.</a:t>
            </a:r>
          </a:p>
          <a:p>
            <a:endParaRPr lang="pt-BR" sz="5100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sz="51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Actividade 1: </a:t>
            </a:r>
            <a:r>
              <a:rPr lang="pt-BR" sz="5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 área de Engenharia Informática e Tecnologia, como aplicaríamos a Física como </a:t>
            </a:r>
          </a:p>
          <a:p>
            <a:pPr marL="0" indent="0">
              <a:buNone/>
            </a:pPr>
            <a:r>
              <a:rPr lang="pt-BR" sz="51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Ciência?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85162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9"/>
            <a:ext cx="9905998" cy="359492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1.1	A natureza da Física como Ciência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834888"/>
            <a:ext cx="9905999" cy="4956314"/>
          </a:xfrm>
        </p:spPr>
        <p:txBody>
          <a:bodyPr>
            <a:normAutofit fontScale="85000" lnSpcReduction="20000"/>
          </a:bodyPr>
          <a:lstStyle/>
          <a:p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A Física é uma ciência  experimental que estuda  as propriedades da  matéria e  das  forças  naturais.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Suas formulações são em geral compactantes expressas em linguagem matemática. A introdução da investigação experimental e a aplicação do método matemático contribuíram para a distinção entre  a  física,  filosofia  e  religião,  que,  originalmente,  tinham  como  objectivo  comum  compreender  a origem e a constituição do universo.</a:t>
            </a:r>
          </a:p>
          <a:p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A  Física estuda  a matéria  nos níveis molecular,  atómico, nuclear e sub-nuclear.  Estuda  os  níveis de organização ou seja os estados sólido, líquido, gasoso e plasmático da matéria. Pesquisa também as quatro  forças  fundamentais:  a  da  gravidade  (força  de  atração  exercida  por todas  as  partículas  do universo),  a  eletromagnética  (que  liga  os  eletrões  aos  núcleos),  a  interação  forte  ( que  mantem  a coesão  do núcleo)  e  a  interação  fraca  (responsável  pela  desintegração  de  certas  partículas  , a de radiatividade).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86997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98032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1.2	Física teórica e experimental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137037"/>
            <a:ext cx="9905999" cy="4654164"/>
          </a:xfrm>
        </p:spPr>
        <p:txBody>
          <a:bodyPr>
            <a:normAutofit fontScale="92500" lnSpcReduction="10000"/>
          </a:bodyPr>
          <a:lstStyle/>
          <a:p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A Física experimental investiga as propriedades da matéria e das suas transformações, por meio de transformações e medidas, geralmente e realizada  em condições laboratoriais universalmente repetíveis. A física teórica sistematiza os resultados experimentais, estabelece relações entre conceitos e grandezas físicas e permite prever fenómenos inéditos.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dirty="0"/>
              <a:t>O desenvolvimento de uma teoria física requer criatividade e em todos os  estágio. O físico deve aprender a fazer perguntas pertinentes, projectar experimentos para tentar responder a essas perguntas e tirar conclusões apropriadas dos resultados.</a:t>
            </a:r>
          </a:p>
          <a:p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sz="22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Actividade 2:</a:t>
            </a:r>
            <a:r>
              <a:rPr lang="pt-BR" sz="22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Mencione as duas  grandezas da Física e diferencie 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16500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594664"/>
            <a:ext cx="9905998" cy="30383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001864"/>
            <a:ext cx="9905999" cy="47893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sz="2000" dirty="0"/>
              <a:t> De acordo com a Lenda, </a:t>
            </a:r>
            <a:r>
              <a:rPr lang="pt-BR" sz="2000" dirty="0">
                <a:solidFill>
                  <a:schemeClr val="bg1"/>
                </a:solidFill>
              </a:rPr>
              <a:t>Galileu Galilei (1564-1642) </a:t>
            </a:r>
            <a:r>
              <a:rPr lang="pt-BR" sz="2000" dirty="0"/>
              <a:t>deixava cair objectos leves  e pesados do topo da inclinada  Torre, para verificar se a taxa de queda livre era constante ou não. A lenda afirmava que somente a investigação experimental poderia responder a essa questão. Examinando-se os resultados dessas experiências, </a:t>
            </a:r>
            <a:r>
              <a:rPr lang="pt-BR" sz="2000" dirty="0">
                <a:solidFill>
                  <a:schemeClr val="bg1"/>
                </a:solidFill>
              </a:rPr>
              <a:t>Galileu</a:t>
            </a:r>
            <a:r>
              <a:rPr lang="pt-BR" sz="2000" dirty="0"/>
              <a:t> deu um salto intuitivo para o princípio, ou teoria, segundo o qual a aceleração de um corpo em queda livre não depende do seu peso.</a:t>
            </a:r>
          </a:p>
          <a:p>
            <a:pPr marL="0" indent="0">
              <a:buNone/>
            </a:pPr>
            <a:endParaRPr lang="pt-BR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Actividade 3: 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 uma esfera metálica e uma pena, largados ao mesmo tempo a uma altura de 200 metros o que chegaria em primeiro lugar ao solo, considerando que estão no vácuo. Fundamente a sua resposta.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118418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8376"/>
          </a:xfrm>
        </p:spPr>
        <p:txBody>
          <a:bodyPr>
            <a:normAutofit/>
          </a:bodyPr>
          <a:lstStyle/>
          <a:p>
            <a:pPr algn="ctr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1.3	 Solução de problemas de Física</a:t>
            </a:r>
            <a:br>
              <a:rPr lang="pt-B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56306"/>
            <a:ext cx="9905999" cy="45348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sz="8000" dirty="0"/>
              <a:t>Em certos casos em nossas pesquisas, a maioria de estudantes de Física tem dito: Entendo os conceitos, mas não consigo resolver os problemas. Em Física, compreender realmente um conceito ou principio é o mesmo que ser capaz de aplica-lo a uma variedade de problemas práticos.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8000" dirty="0"/>
              <a:t> Aprender a resolver  os problemas  é algo  super  fundamental por  isso  se  voçê  não  sabe  Física,  ao  menos que faça Física.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8000" dirty="0">
                <a:solidFill>
                  <a:schemeClr val="bg1"/>
                </a:solidFill>
              </a:rPr>
              <a:t> Como aprender a resolver problemas de Física?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8000" dirty="0"/>
              <a:t> Seja qual  for  o  tipo  de  problema  a  solucionar,  há  algumas  etapas  essenciais  a  seguir,  de  tal modo que as mesmas etapas são igualmente úteis para problemas de Matemática, Engenharia e muitas outras áreas.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7832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367444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264257"/>
            <a:ext cx="9905999" cy="45269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bg1"/>
                </a:solidFill>
              </a:rPr>
              <a:t> Mencionaremos aqui quatro estratégias para a solução de problemas de física nomeadamente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Identificar os conceitos principais;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Preparar o problema;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Executar a solução;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Avaliar a resposta.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Actividade 4: 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 quatro estratégias acima mencionadas debruça-te de cada uma delas.</a:t>
            </a:r>
            <a:endPara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157524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100</TotalTime>
  <Words>722</Words>
  <Application>Microsoft Office PowerPoint</Application>
  <PresentationFormat>Ecrã Panorâmico</PresentationFormat>
  <Paragraphs>38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Arial</vt:lpstr>
      <vt:lpstr>Elephant</vt:lpstr>
      <vt:lpstr>Tw Cen MT</vt:lpstr>
      <vt:lpstr>Wingdings</vt:lpstr>
      <vt:lpstr>Circuit</vt:lpstr>
      <vt:lpstr>Bem-vindo a Física 1</vt:lpstr>
      <vt:lpstr>UNIDADE I: Física como Ciência </vt:lpstr>
      <vt:lpstr>1.1 A natureza da Física como Ciência </vt:lpstr>
      <vt:lpstr>1.2 Física teórica e experimental </vt:lpstr>
      <vt:lpstr>Cont.</vt:lpstr>
      <vt:lpstr>1.3  Solução de problemas de Física </vt:lpstr>
      <vt:lpstr>Cont.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Bem vindos a Fisica 1</dc:title>
  <dc:creator>Microsoft account</dc:creator>
  <cp:lastModifiedBy>valerio miguel</cp:lastModifiedBy>
  <cp:revision>14</cp:revision>
  <dcterms:created xsi:type="dcterms:W3CDTF">2024-03-01T04:41:59Z</dcterms:created>
  <dcterms:modified xsi:type="dcterms:W3CDTF">2026-03-13T07:04:50Z</dcterms:modified>
</cp:coreProperties>
</file>